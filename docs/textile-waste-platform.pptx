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6B8C4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82880"/>
            <a:ext cx="2743200" cy="2743200"/>
          </a:xfrm>
          <a:prstGeom prst="ellipse">
            <a:avLst/>
          </a:prstGeom>
          <a:solidFill>
            <a:srgbClr val="E3EB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TEXTILE WASTE INTELLIGENCE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tracking system for textile waste — from manufacturer to recycler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6B8C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Full-Stack Platform with Role-Based Access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Barde Vedika Kushinath  |  BTech CSE, Sanjivani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moves through many hands with almost no shared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  <a:effectLst>
            <a:outerShdw sx="100000" sy="100000" kx="0" ky="0" algn="bl" rotWithShape="0" blurRad="101600" dist="38100" dir="5400000">
              <a:srgbClr val="2C5F2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siloed 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Manufacturers, recyclers, and sustainability teams each keep their own spreadsheets — no shared record of a batch's status.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  <a:effectLst>
            <a:outerShdw sx="100000" sy="100000" kx="0" ky="0" algn="bl" rotWithShape="0" blurRad="101600" dist="38100" dir="5400000">
              <a:srgbClr val="2C5F2D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57400"/>
            <a:ext cx="640080" cy="640080"/>
          </a:xfrm>
          <a:prstGeom prst="ellipse">
            <a:avLst/>
          </a:prstGeom>
          <a:solidFill>
            <a:srgbClr val="A06A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composition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5204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composition (cotton vs. polyester vs. blends) is rarely recorded consistently, making recyclability hard to assess.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  <a:effectLst>
            <a:outerShdw sx="100000" sy="100000" kx="0" ky="0" algn="bl" rotWithShape="0" blurRad="101600" dist="38100" dir="5400000">
              <a:srgbClr val="2C5F2D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057400"/>
            <a:ext cx="640080" cy="64008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85953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accountability trail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35204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waste leaves the manufacturer, there's no audit trail of who changed what, or when a batch moved stages.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tracks every batch from creation to recycling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Textile Waste Intelligence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D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roles, each seeing exactly what they need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batch lifecycle tracking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D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Sorting → Processing → Recycled / Rejected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status history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D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logged with who changed it and when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totals, weight processed, and circularity scoring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1965960"/>
            <a:ext cx="502920" cy="50292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94183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batches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069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6629400" y="4983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5349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batches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4069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4343400"/>
            <a:ext cx="502920" cy="502920"/>
          </a:xfrm>
          <a:prstGeom prst="ellipse">
            <a:avLst/>
          </a:prstGeom>
          <a:solidFill>
            <a:srgbClr val="6B8C47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40" dirty="0"/>
          </a:p>
        </p:txBody>
      </p:sp>
      <p:sp>
        <p:nvSpPr>
          <p:cNvPr id="25" name="Text 23"/>
          <p:cNvSpPr/>
          <p:nvPr/>
        </p:nvSpPr>
        <p:spPr>
          <a:xfrm>
            <a:off x="9418320" y="4983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18320" y="5349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insights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monorepo: React frontend, FastAPI backend, PostgreSQL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59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Sidebar/Navbar layout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+ JWT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05072" y="2971800"/>
            <a:ext cx="320040" cy="274320"/>
          </a:xfrm>
          <a:prstGeom prst="rightArrow">
            <a:avLst/>
          </a:prstGeom>
          <a:solidFill>
            <a:srgbClr val="A06A42"/>
          </a:solidFill>
          <a:ln/>
        </p:spPr>
      </p:sp>
      <p:sp>
        <p:nvSpPr>
          <p:cNvPr id="9" name="Shape 7"/>
          <p:cNvSpPr/>
          <p:nvPr/>
        </p:nvSpPr>
        <p:spPr>
          <a:xfrm>
            <a:off x="4453128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6B8C47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359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31089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971800"/>
            <a:ext cx="320040" cy="274320"/>
          </a:xfrm>
          <a:prstGeom prst="rightArrow">
            <a:avLst/>
          </a:prstGeom>
          <a:solidFill>
            <a:srgbClr val="A06A4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57032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359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85632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85632" y="31089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+ Users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 log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E3EBD9"/>
          </a:solidFill>
          <a:ln w="12700">
            <a:solidFill>
              <a:srgbClr val="6B8C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— docker compose up --build — provisions all three services together: PostgreSQL, the FastAPI backend, and the Vite dev server, wired via an internal network.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each scoped to exactly what their job requires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3367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Systems HQ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CRUD access; manage users and reassign 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Fabrics Ltd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batches; edit own batches while Pending / Sorting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Recycling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GreenLoop Recycling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batches; update processing status and notes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Analyst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EcoMetrics Analytics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analytics dashboard and inventory audits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D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moves through a controlled sequence of statuses, each logged to a history trail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A06A4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37332" y="2880360"/>
            <a:ext cx="365760" cy="365760"/>
          </a:xfrm>
          <a:prstGeom prst="rightArrow">
            <a:avLst/>
          </a:prstGeom>
          <a:solidFill>
            <a:srgbClr val="A06A42"/>
          </a:solidFill>
          <a:ln/>
        </p:spPr>
      </p:sp>
      <p:sp>
        <p:nvSpPr>
          <p:cNvPr id="8" name="Shape 6"/>
          <p:cNvSpPr/>
          <p:nvPr/>
        </p:nvSpPr>
        <p:spPr>
          <a:xfrm>
            <a:off x="3514344" y="246888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6B8C47"/>
          </a:solidFill>
          <a:ln/>
        </p:spPr>
      </p:sp>
      <p:sp>
        <p:nvSpPr>
          <p:cNvPr id="9" name="Text 7"/>
          <p:cNvSpPr/>
          <p:nvPr/>
        </p:nvSpPr>
        <p:spPr>
          <a:xfrm>
            <a:off x="3651504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05784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11596" y="2880360"/>
            <a:ext cx="365760" cy="365760"/>
          </a:xfrm>
          <a:prstGeom prst="rightArrow">
            <a:avLst/>
          </a:prstGeom>
          <a:solidFill>
            <a:srgbClr val="A06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8608" y="246888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525768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0048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785860" y="2880360"/>
            <a:ext cx="365760" cy="365760"/>
          </a:xfrm>
          <a:prstGeom prst="rightArrow">
            <a:avLst/>
          </a:prstGeom>
          <a:solidFill>
            <a:srgbClr val="A06A4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62872" y="246888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F542C"/>
          </a:solidFill>
          <a:ln/>
        </p:spPr>
      </p:sp>
      <p:sp>
        <p:nvSpPr>
          <p:cNvPr id="17" name="Text 15"/>
          <p:cNvSpPr/>
          <p:nvPr/>
        </p:nvSpPr>
        <p:spPr>
          <a:xfrm>
            <a:off x="9400032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54312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Recycled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42062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8B3A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06440" y="3657600"/>
            <a:ext cx="0" cy="548640"/>
          </a:xfrm>
          <a:prstGeom prst="line">
            <a:avLst/>
          </a:prstGeom>
          <a:noFill/>
          <a:ln w="25400">
            <a:solidFill>
              <a:srgbClr val="8B3A3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223760" y="4297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can be rejected at any processing stage instead of continuing forward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E3EBD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949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rule:  </a:t>
            </a:r>
            <a:pPr indent="0" marL="0">
              <a:buNone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batch reaches Processing, its manufacturer can no longer edit primary fields — only Admins and Operators can move it forward from there, preserving data integrity.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grouped by resource, secured with JWT bearer tokens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29968"/>
            <a:ext cx="2651760" cy="3017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 ·  /login-json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73736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029968"/>
            <a:ext cx="2651760" cy="3017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(admin)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/profile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/{id}/role  (admin)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3736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029968"/>
            <a:ext cx="2651760" cy="3017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/api/batches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(search, filter, paginate)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 (auto-code: TXT-2026-0001)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GET/PUT/DELETE /{id}  (RBAC-enforced)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B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73736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029968"/>
            <a:ext cx="2651760" cy="3017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880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/summary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weight, status breakdown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circularity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an automated Pytest suite running against SQLite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6B8C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4251960"/>
            <a:ext cx="2011680" cy="0"/>
          </a:xfrm>
          <a:prstGeom prst="line">
            <a:avLst/>
          </a:prstGeom>
          <a:noFill/>
          <a:ln w="19050">
            <a:solidFill>
              <a:srgbClr val="E3E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D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of the React frontend also verified clean via npm run build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7360920" cy="4023360"/>
          </a:xfrm>
          <a:prstGeom prst="roundRect">
            <a:avLst>
              <a:gd name="adj" fmla="val 2727"/>
            </a:avLst>
          </a:prstGeom>
          <a:solidFill>
            <a:srgbClr val="244F2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and duplicate-email rejection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routes reject unauthenticated requests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cannot edit another manufacturer's batch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lock for the manufacturer once Processing begins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cannot edit primary batch fields (weight, fabric)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 totals match created batch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Intelligence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computer-vision fiber classification and a circularity scoring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Fiber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Celery + Redis background worker runs a PyTorch/ResNet model on uploaded batch photos to predict %cotton, %polyester, and blends — written back to the batch record.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402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Circularity Index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score combining condition, contamination flags, and predicted composition. Starts as a rule-based formula, evolves into a trained regressor as labeled data grows.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6B8C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2402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Ingestion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to pull in labeled benchmark datasets (e.g. fabric image sets) to train and validate the classification model before production rollout.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6B8C4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Waste Intelligence Platform — built to make circular textile systems measurable, accountable, and scalable.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38100">
            <a:solidFill>
              <a:srgbClr val="6B8C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Barde Vedika Kushinath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CSE, Sanjivani University, Kopargaon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github.com/Vedika240307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2026-09-30T04:32:50Z</dcterms:created>
  <dcterms:modified xsi:type="dcterms:W3CDTF">2026-09-30T04:32:50Z</dcterms:modified>
</cp:coreProperties>
</file>